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75" d="100"/>
          <a:sy n="75" d="100"/>
        </p:scale>
        <p:origin x="81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533F00-F262-2CA0-ACA8-20503CF20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E9DFEC1-EB60-ECAB-128E-BB30AB65D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BB0D51-82F9-8F3A-2F47-A68B7C65F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7FF9-2DD0-4EBA-B57D-92EF7426965E}" type="datetimeFigureOut">
              <a:rPr lang="it-IT" smtClean="0"/>
              <a:t>27/10/2025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2403054-E161-9B50-4CD8-F141ECEE0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D5E85FE-69DF-CEAD-17B7-97D8BBFDB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BA5E-ABED-4654-B094-E4280EFEF3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6582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DEBEBC-D418-8E2A-C180-997A7080A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FC28C2C-CBC6-C8B9-945D-5C51D70C0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7B3F70D-80DF-02F9-C048-58CAEB255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7FF9-2DD0-4EBA-B57D-92EF7426965E}" type="datetimeFigureOut">
              <a:rPr lang="it-IT" smtClean="0"/>
              <a:t>27/10/2025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398222F-EC3F-6D5B-1BF0-0C0895DD5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33604D-A5DF-FEFD-7934-A933D21BF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BA5E-ABED-4654-B094-E4280EFEF3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9654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C0741F-CF9C-EA4F-3393-FE77889AA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75C775B-7AA7-9660-1221-B0ADD01A7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6234C6E-1286-F255-99F3-866650A6F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7FF9-2DD0-4EBA-B57D-92EF7426965E}" type="datetimeFigureOut">
              <a:rPr lang="it-IT" smtClean="0"/>
              <a:t>27/10/2025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E07AF10-35FA-10F9-C09A-6BD0D662E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C196373-36E8-F197-C11C-94D8CE95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BA5E-ABED-4654-B094-E4280EFEF3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6367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13105E-6549-57BE-4FEC-5993E4B59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CEC7698-B0D8-6E4C-DA94-5B45D536B4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E551733-F799-59DD-12B7-69CD0EDB3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2A6DD1D-8F2F-38AD-AB79-0B9C13F89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7FF9-2DD0-4EBA-B57D-92EF7426965E}" type="datetimeFigureOut">
              <a:rPr lang="it-IT" smtClean="0"/>
              <a:t>27/10/2025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3A4E2A8-8DA0-2C9C-E6F2-419B69F9C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1D5F96-0608-ED6D-BF82-DBC5F5EAE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BA5E-ABED-4654-B094-E4280EFEF3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6640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C8931F-7AA8-BA55-0C72-CA0BCB490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D8B1251-A17C-E063-F90C-54F828DB9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F9BF5B7-0C4F-16A0-5941-87970D19C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EF887DF-A55C-8292-3848-D7D1DE777B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01E36D3-7D57-3922-31F0-BB1DA73780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2B77DC3-ADB3-929A-C2FC-952B4FB12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7FF9-2DD0-4EBA-B57D-92EF7426965E}" type="datetimeFigureOut">
              <a:rPr lang="it-IT" smtClean="0"/>
              <a:t>27/10/2025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50BCF38-9D30-5304-56B1-EC818A8BE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0554B47-D58E-D3A1-7BA8-7C92D7C9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BA5E-ABED-4654-B094-E4280EFEF3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4905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B87498-2DD1-6C98-3FF5-9C8CF6CC9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B255B6E-3F1B-F16B-9183-35E008B70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7FF9-2DD0-4EBA-B57D-92EF7426965E}" type="datetimeFigureOut">
              <a:rPr lang="it-IT" smtClean="0"/>
              <a:t>27/10/2025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0DF2DFF-02CF-18AB-3063-CA8F29BA5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E00A58F-141D-59B6-3C92-A885F696F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BA5E-ABED-4654-B094-E4280EFEF3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1647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BE68295-9865-6660-A1C8-86DC2C605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7FF9-2DD0-4EBA-B57D-92EF7426965E}" type="datetimeFigureOut">
              <a:rPr lang="it-IT" smtClean="0"/>
              <a:t>27/10/2025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E8C6067-6AB8-DCBE-F9A1-A8724FBF0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2915346-7D05-5569-9FFC-8F6CE21DB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BA5E-ABED-4654-B094-E4280EFEF3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49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3617C7-D3FE-B75F-9FCA-DAEF2CED5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5263D10-F4AE-848B-CB62-FD85FDF44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FCCD931-3DBF-D066-E2C5-3EB7D1C8C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EC5BD31-3DCF-942B-7E37-2A5BB7B1E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7FF9-2DD0-4EBA-B57D-92EF7426965E}" type="datetimeFigureOut">
              <a:rPr lang="it-IT" smtClean="0"/>
              <a:t>27/10/2025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0AFBD05-C857-948D-656A-D3B179734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17418F3-148D-B60D-546F-B139340E7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BA5E-ABED-4654-B094-E4280EFEF3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1455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F334C8-0206-5C98-38D2-44BA0308F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57C747F-F720-6DCA-891A-FB63D5472F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7844890-6020-C7BC-E6E3-60A45EFC7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2C7D5BC-5DAF-9713-68DF-4F0235C75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7FF9-2DD0-4EBA-B57D-92EF7426965E}" type="datetimeFigureOut">
              <a:rPr lang="it-IT" smtClean="0"/>
              <a:t>27/10/2025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3BD4CAB-D4A8-ED6C-92EB-889365BA3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89117D6-46D2-71DC-60E0-A304F032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BA5E-ABED-4654-B094-E4280EFEF3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7418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272D49-4A76-93B4-FA68-436847C68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CA3EC11-C0ED-6CF0-A307-C39CCEBE7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70922EE-C2BA-D185-DC7E-748368B61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7FF9-2DD0-4EBA-B57D-92EF7426965E}" type="datetimeFigureOut">
              <a:rPr lang="it-IT" smtClean="0"/>
              <a:t>27/10/2025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DD72BD-B2E6-3FCD-D683-DAEC7B5D4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921DDC5-E8A4-AAAB-E609-EF75E18B2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BA5E-ABED-4654-B094-E4280EFEF3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690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FD1D20F-F360-F40A-0AA6-65D3BA6256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EAF5816-DA0A-CDF7-3F2D-E3D8AE61F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37B7760-73FF-9C9A-1196-A261E60EC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7FF9-2DD0-4EBA-B57D-92EF7426965E}" type="datetimeFigureOut">
              <a:rPr lang="it-IT" smtClean="0"/>
              <a:t>27/10/2025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814BAEB-F72D-5EB0-3B45-CFFEE3E5A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A0B6368-0FF1-EE7A-2035-A56C1D7B1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BA5E-ABED-4654-B094-E4280EFEF3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4486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72117926-5ECB-16D8-254A-E43AAC143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6D358A0-4A9B-5E42-920D-FCEC70B97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45E3B5-FE12-42B8-6F8D-6C4D634D9C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3B7FF9-2DD0-4EBA-B57D-92EF7426965E}" type="datetimeFigureOut">
              <a:rPr lang="it-IT" smtClean="0"/>
              <a:t>27/10/2025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7B9A77-01A7-1DF1-4F23-7EF32777D4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CF0354C-60D7-9E0E-E025-0E0E68944A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EBA5E-ABED-4654-B094-E4280EFEF3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6533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2D753C18-A44A-BE9F-BD95-C5DB204AEBCD}"/>
              </a:ext>
            </a:extLst>
          </p:cNvPr>
          <p:cNvSpPr/>
          <p:nvPr/>
        </p:nvSpPr>
        <p:spPr>
          <a:xfrm>
            <a:off x="983769" y="498191"/>
            <a:ext cx="2604464" cy="7252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Author 1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A77AD5DC-41E0-6915-BF7B-F66338125C69}"/>
              </a:ext>
            </a:extLst>
          </p:cNvPr>
          <p:cNvSpPr/>
          <p:nvPr/>
        </p:nvSpPr>
        <p:spPr>
          <a:xfrm>
            <a:off x="3828920" y="498191"/>
            <a:ext cx="2604464" cy="7252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Author 2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98F5B363-43AD-BBD0-6AB2-B5344855E09F}"/>
              </a:ext>
            </a:extLst>
          </p:cNvPr>
          <p:cNvSpPr/>
          <p:nvPr/>
        </p:nvSpPr>
        <p:spPr>
          <a:xfrm>
            <a:off x="6674071" y="498191"/>
            <a:ext cx="2604464" cy="7252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Author 3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95889985-74A4-8955-6781-6980024C7122}"/>
              </a:ext>
            </a:extLst>
          </p:cNvPr>
          <p:cNvSpPr/>
          <p:nvPr/>
        </p:nvSpPr>
        <p:spPr>
          <a:xfrm>
            <a:off x="983769" y="1735257"/>
            <a:ext cx="2604464" cy="7252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Paper 1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A1DD49B3-C2BA-234A-1858-7C27D42FC777}"/>
              </a:ext>
            </a:extLst>
          </p:cNvPr>
          <p:cNvSpPr/>
          <p:nvPr/>
        </p:nvSpPr>
        <p:spPr>
          <a:xfrm>
            <a:off x="3828920" y="1735257"/>
            <a:ext cx="2604464" cy="7252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Paper 2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15C52BFB-106F-BB4F-E593-9D18994CB66E}"/>
              </a:ext>
            </a:extLst>
          </p:cNvPr>
          <p:cNvSpPr/>
          <p:nvPr/>
        </p:nvSpPr>
        <p:spPr>
          <a:xfrm>
            <a:off x="6674071" y="1735257"/>
            <a:ext cx="2604464" cy="7252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Paper 3</a:t>
            </a:r>
          </a:p>
        </p:txBody>
      </p:sp>
      <p:sp>
        <p:nvSpPr>
          <p:cNvPr id="11" name="Freccia in giù 10">
            <a:extLst>
              <a:ext uri="{FF2B5EF4-FFF2-40B4-BE49-F238E27FC236}">
                <a16:creationId xmlns:a16="http://schemas.microsoft.com/office/drawing/2014/main" id="{8E609697-E5D0-69F9-7559-B7BAECD7EC81}"/>
              </a:ext>
            </a:extLst>
          </p:cNvPr>
          <p:cNvSpPr/>
          <p:nvPr/>
        </p:nvSpPr>
        <p:spPr>
          <a:xfrm>
            <a:off x="2147264" y="1274904"/>
            <a:ext cx="277473" cy="44774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Freccia in giù 11">
            <a:extLst>
              <a:ext uri="{FF2B5EF4-FFF2-40B4-BE49-F238E27FC236}">
                <a16:creationId xmlns:a16="http://schemas.microsoft.com/office/drawing/2014/main" id="{0376C877-A1DD-5FA1-2252-F6A6A80B01D2}"/>
              </a:ext>
            </a:extLst>
          </p:cNvPr>
          <p:cNvSpPr/>
          <p:nvPr/>
        </p:nvSpPr>
        <p:spPr>
          <a:xfrm>
            <a:off x="7837566" y="1274904"/>
            <a:ext cx="277473" cy="44774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Freccia in giù 12">
            <a:extLst>
              <a:ext uri="{FF2B5EF4-FFF2-40B4-BE49-F238E27FC236}">
                <a16:creationId xmlns:a16="http://schemas.microsoft.com/office/drawing/2014/main" id="{BB991754-375C-1E09-249B-26FD7288EE03}"/>
              </a:ext>
            </a:extLst>
          </p:cNvPr>
          <p:cNvSpPr/>
          <p:nvPr/>
        </p:nvSpPr>
        <p:spPr>
          <a:xfrm>
            <a:off x="4992415" y="1274904"/>
            <a:ext cx="277473" cy="44774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ADBB471-1F31-FACE-A192-CC49B04F3028}"/>
              </a:ext>
            </a:extLst>
          </p:cNvPr>
          <p:cNvSpPr txBox="1"/>
          <p:nvPr/>
        </p:nvSpPr>
        <p:spPr>
          <a:xfrm>
            <a:off x="9907050" y="1722645"/>
            <a:ext cx="2150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Paper =3</a:t>
            </a:r>
          </a:p>
          <a:p>
            <a:r>
              <a:rPr lang="it-IT" dirty="0"/>
              <a:t>Paper per </a:t>
            </a:r>
            <a:r>
              <a:rPr lang="it-IT" dirty="0" err="1"/>
              <a:t>author</a:t>
            </a:r>
            <a:r>
              <a:rPr lang="it-IT" dirty="0"/>
              <a:t>=1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F3D6FD58-08F2-15FA-B8AF-6BEAE472601F}"/>
              </a:ext>
            </a:extLst>
          </p:cNvPr>
          <p:cNvSpPr/>
          <p:nvPr/>
        </p:nvSpPr>
        <p:spPr>
          <a:xfrm>
            <a:off x="983769" y="3153104"/>
            <a:ext cx="2604464" cy="7252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Author 1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6EFC5CBE-A3FC-56F3-CF15-780FF0CA89ED}"/>
              </a:ext>
            </a:extLst>
          </p:cNvPr>
          <p:cNvSpPr/>
          <p:nvPr/>
        </p:nvSpPr>
        <p:spPr>
          <a:xfrm>
            <a:off x="3828920" y="3153104"/>
            <a:ext cx="2604464" cy="7252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Author 2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DD6FB6A0-2094-9564-6F03-01EA76B5087C}"/>
              </a:ext>
            </a:extLst>
          </p:cNvPr>
          <p:cNvSpPr/>
          <p:nvPr/>
        </p:nvSpPr>
        <p:spPr>
          <a:xfrm>
            <a:off x="6674071" y="3153104"/>
            <a:ext cx="2604464" cy="7252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Author 3</a:t>
            </a:r>
          </a:p>
        </p:txBody>
      </p:sp>
      <p:sp>
        <p:nvSpPr>
          <p:cNvPr id="23" name="Freccia in giù 22">
            <a:extLst>
              <a:ext uri="{FF2B5EF4-FFF2-40B4-BE49-F238E27FC236}">
                <a16:creationId xmlns:a16="http://schemas.microsoft.com/office/drawing/2014/main" id="{C45FCD1C-C4B8-9EE0-D852-90D23FD796F5}"/>
              </a:ext>
            </a:extLst>
          </p:cNvPr>
          <p:cNvSpPr/>
          <p:nvPr/>
        </p:nvSpPr>
        <p:spPr>
          <a:xfrm>
            <a:off x="1241275" y="3878318"/>
            <a:ext cx="277473" cy="4122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AFE1A197-E55F-9F63-8E0E-BD7C76E0CE85}"/>
              </a:ext>
            </a:extLst>
          </p:cNvPr>
          <p:cNvSpPr/>
          <p:nvPr/>
        </p:nvSpPr>
        <p:spPr>
          <a:xfrm>
            <a:off x="1893964" y="5118278"/>
            <a:ext cx="784071" cy="7252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Paper 2</a:t>
            </a:r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E86C8CA2-7ED2-78FF-5BC4-6312A14617D3}"/>
              </a:ext>
            </a:extLst>
          </p:cNvPr>
          <p:cNvSpPr/>
          <p:nvPr/>
        </p:nvSpPr>
        <p:spPr>
          <a:xfrm>
            <a:off x="983769" y="4290583"/>
            <a:ext cx="784071" cy="7252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Paper 1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1879AE16-1939-1F51-CAA3-07D26663FC4C}"/>
              </a:ext>
            </a:extLst>
          </p:cNvPr>
          <p:cNvSpPr/>
          <p:nvPr/>
        </p:nvSpPr>
        <p:spPr>
          <a:xfrm>
            <a:off x="2804162" y="5982227"/>
            <a:ext cx="784071" cy="7252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Paper 3</a:t>
            </a:r>
          </a:p>
        </p:txBody>
      </p:sp>
      <p:sp>
        <p:nvSpPr>
          <p:cNvPr id="37" name="Freccia in giù 36">
            <a:extLst>
              <a:ext uri="{FF2B5EF4-FFF2-40B4-BE49-F238E27FC236}">
                <a16:creationId xmlns:a16="http://schemas.microsoft.com/office/drawing/2014/main" id="{5945D769-9B5D-5996-60DD-5D968DBAFE28}"/>
              </a:ext>
            </a:extLst>
          </p:cNvPr>
          <p:cNvSpPr/>
          <p:nvPr/>
        </p:nvSpPr>
        <p:spPr>
          <a:xfrm>
            <a:off x="2114685" y="3878318"/>
            <a:ext cx="277473" cy="12399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Freccia in giù 37">
            <a:extLst>
              <a:ext uri="{FF2B5EF4-FFF2-40B4-BE49-F238E27FC236}">
                <a16:creationId xmlns:a16="http://schemas.microsoft.com/office/drawing/2014/main" id="{2381EE6A-A167-8D19-DABE-D72673B003E7}"/>
              </a:ext>
            </a:extLst>
          </p:cNvPr>
          <p:cNvSpPr/>
          <p:nvPr/>
        </p:nvSpPr>
        <p:spPr>
          <a:xfrm>
            <a:off x="3057460" y="3878317"/>
            <a:ext cx="277473" cy="21039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Freccia in giù 38">
            <a:extLst>
              <a:ext uri="{FF2B5EF4-FFF2-40B4-BE49-F238E27FC236}">
                <a16:creationId xmlns:a16="http://schemas.microsoft.com/office/drawing/2014/main" id="{05353349-B32E-9171-7B90-4FFC3072B0AB}"/>
              </a:ext>
            </a:extLst>
          </p:cNvPr>
          <p:cNvSpPr/>
          <p:nvPr/>
        </p:nvSpPr>
        <p:spPr>
          <a:xfrm>
            <a:off x="4086426" y="3878318"/>
            <a:ext cx="277473" cy="4122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9AC38D49-7A38-E07C-71E6-20CADCA77989}"/>
              </a:ext>
            </a:extLst>
          </p:cNvPr>
          <p:cNvSpPr/>
          <p:nvPr/>
        </p:nvSpPr>
        <p:spPr>
          <a:xfrm>
            <a:off x="4739115" y="5118278"/>
            <a:ext cx="784071" cy="7252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Paper 2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60CB8E0C-BB2D-E536-7353-D23C3DD8D461}"/>
              </a:ext>
            </a:extLst>
          </p:cNvPr>
          <p:cNvSpPr/>
          <p:nvPr/>
        </p:nvSpPr>
        <p:spPr>
          <a:xfrm>
            <a:off x="3828920" y="4290583"/>
            <a:ext cx="784071" cy="7252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Paper 1</a:t>
            </a:r>
          </a:p>
        </p:txBody>
      </p: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7C7A6767-31E2-2D72-F663-6523ACE46B98}"/>
              </a:ext>
            </a:extLst>
          </p:cNvPr>
          <p:cNvSpPr/>
          <p:nvPr/>
        </p:nvSpPr>
        <p:spPr>
          <a:xfrm>
            <a:off x="5649313" y="5982227"/>
            <a:ext cx="784071" cy="7252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Paper 3</a:t>
            </a:r>
          </a:p>
        </p:txBody>
      </p:sp>
      <p:sp>
        <p:nvSpPr>
          <p:cNvPr id="43" name="Freccia in giù 42">
            <a:extLst>
              <a:ext uri="{FF2B5EF4-FFF2-40B4-BE49-F238E27FC236}">
                <a16:creationId xmlns:a16="http://schemas.microsoft.com/office/drawing/2014/main" id="{9EE6D04D-55B0-CFA6-1664-02ABC7507552}"/>
              </a:ext>
            </a:extLst>
          </p:cNvPr>
          <p:cNvSpPr/>
          <p:nvPr/>
        </p:nvSpPr>
        <p:spPr>
          <a:xfrm>
            <a:off x="4959836" y="3878318"/>
            <a:ext cx="277473" cy="12399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Freccia in giù 43">
            <a:extLst>
              <a:ext uri="{FF2B5EF4-FFF2-40B4-BE49-F238E27FC236}">
                <a16:creationId xmlns:a16="http://schemas.microsoft.com/office/drawing/2014/main" id="{6EC50B3C-4755-E409-CE66-E9B9CBB02F91}"/>
              </a:ext>
            </a:extLst>
          </p:cNvPr>
          <p:cNvSpPr/>
          <p:nvPr/>
        </p:nvSpPr>
        <p:spPr>
          <a:xfrm>
            <a:off x="5902611" y="3878317"/>
            <a:ext cx="277473" cy="21039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Freccia in giù 44">
            <a:extLst>
              <a:ext uri="{FF2B5EF4-FFF2-40B4-BE49-F238E27FC236}">
                <a16:creationId xmlns:a16="http://schemas.microsoft.com/office/drawing/2014/main" id="{B47D253D-074D-31D9-5B0D-D7C704ADCD03}"/>
              </a:ext>
            </a:extLst>
          </p:cNvPr>
          <p:cNvSpPr/>
          <p:nvPr/>
        </p:nvSpPr>
        <p:spPr>
          <a:xfrm>
            <a:off x="6931577" y="3878318"/>
            <a:ext cx="277473" cy="4122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4D303CEF-0835-2CC2-48A6-77136C38FBE7}"/>
              </a:ext>
            </a:extLst>
          </p:cNvPr>
          <p:cNvSpPr/>
          <p:nvPr/>
        </p:nvSpPr>
        <p:spPr>
          <a:xfrm>
            <a:off x="7584266" y="5118278"/>
            <a:ext cx="784071" cy="7252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Paper 2</a:t>
            </a:r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579E3249-7026-921C-A34E-19481D588A60}"/>
              </a:ext>
            </a:extLst>
          </p:cNvPr>
          <p:cNvSpPr/>
          <p:nvPr/>
        </p:nvSpPr>
        <p:spPr>
          <a:xfrm>
            <a:off x="6674071" y="4290583"/>
            <a:ext cx="784071" cy="7252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Paper 1</a:t>
            </a:r>
          </a:p>
        </p:txBody>
      </p: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80B65EB0-00D3-28CF-8318-8CDC83F20B11}"/>
              </a:ext>
            </a:extLst>
          </p:cNvPr>
          <p:cNvSpPr/>
          <p:nvPr/>
        </p:nvSpPr>
        <p:spPr>
          <a:xfrm>
            <a:off x="8494464" y="5982227"/>
            <a:ext cx="784071" cy="7252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Paper 3</a:t>
            </a:r>
          </a:p>
        </p:txBody>
      </p:sp>
      <p:sp>
        <p:nvSpPr>
          <p:cNvPr id="49" name="Freccia in giù 48">
            <a:extLst>
              <a:ext uri="{FF2B5EF4-FFF2-40B4-BE49-F238E27FC236}">
                <a16:creationId xmlns:a16="http://schemas.microsoft.com/office/drawing/2014/main" id="{86F2F66F-75AD-2F1D-D1DE-02AF8604F365}"/>
              </a:ext>
            </a:extLst>
          </p:cNvPr>
          <p:cNvSpPr/>
          <p:nvPr/>
        </p:nvSpPr>
        <p:spPr>
          <a:xfrm>
            <a:off x="7804987" y="3878318"/>
            <a:ext cx="277473" cy="12399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Freccia in giù 49">
            <a:extLst>
              <a:ext uri="{FF2B5EF4-FFF2-40B4-BE49-F238E27FC236}">
                <a16:creationId xmlns:a16="http://schemas.microsoft.com/office/drawing/2014/main" id="{9269FC6F-A386-1855-3D0A-59A7AB434EAF}"/>
              </a:ext>
            </a:extLst>
          </p:cNvPr>
          <p:cNvSpPr/>
          <p:nvPr/>
        </p:nvSpPr>
        <p:spPr>
          <a:xfrm>
            <a:off x="8747762" y="3878317"/>
            <a:ext cx="277473" cy="21039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69474C33-6EBF-D518-BBA9-01F8B052AD62}"/>
              </a:ext>
            </a:extLst>
          </p:cNvPr>
          <p:cNvSpPr txBox="1"/>
          <p:nvPr/>
        </p:nvSpPr>
        <p:spPr>
          <a:xfrm>
            <a:off x="9907050" y="4930272"/>
            <a:ext cx="2150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Paper =3</a:t>
            </a:r>
          </a:p>
          <a:p>
            <a:r>
              <a:rPr lang="it-IT" dirty="0"/>
              <a:t>Paper per </a:t>
            </a:r>
            <a:r>
              <a:rPr lang="it-IT" dirty="0" err="1"/>
              <a:t>author</a:t>
            </a:r>
            <a:r>
              <a:rPr lang="it-IT" dirty="0"/>
              <a:t>=3</a:t>
            </a:r>
          </a:p>
        </p:txBody>
      </p:sp>
    </p:spTree>
    <p:extLst>
      <p:ext uri="{BB962C8B-B14F-4D97-AF65-F5344CB8AC3E}">
        <p14:creationId xmlns:p14="http://schemas.microsoft.com/office/powerpoint/2010/main" val="1517211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57E4639B-C0D6-3FC4-D389-D1F7EDA967D0}"/>
              </a:ext>
            </a:extLst>
          </p:cNvPr>
          <p:cNvSpPr/>
          <p:nvPr/>
        </p:nvSpPr>
        <p:spPr>
          <a:xfrm>
            <a:off x="2941312" y="3475023"/>
            <a:ext cx="1915065" cy="4658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Already processed?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49D27111-02F2-555E-34DD-BEB341449B0F}"/>
              </a:ext>
            </a:extLst>
          </p:cNvPr>
          <p:cNvCxnSpPr>
            <a:cxnSpLocks/>
          </p:cNvCxnSpPr>
          <p:nvPr/>
        </p:nvCxnSpPr>
        <p:spPr>
          <a:xfrm>
            <a:off x="3785621" y="5452784"/>
            <a:ext cx="0" cy="282515"/>
          </a:xfrm>
          <a:prstGeom prst="straightConnector1">
            <a:avLst/>
          </a:prstGeom>
          <a:ln w="44450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9FDBF101-0E4D-95B1-D470-200BCABC96E5}"/>
              </a:ext>
            </a:extLst>
          </p:cNvPr>
          <p:cNvCxnSpPr>
            <a:cxnSpLocks/>
          </p:cNvCxnSpPr>
          <p:nvPr/>
        </p:nvCxnSpPr>
        <p:spPr>
          <a:xfrm>
            <a:off x="3781562" y="3180047"/>
            <a:ext cx="0" cy="297496"/>
          </a:xfrm>
          <a:prstGeom prst="straightConnector1">
            <a:avLst/>
          </a:prstGeom>
          <a:ln w="4445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CC5DB0C6-7A2E-6D30-64D2-CC5596950568}"/>
              </a:ext>
            </a:extLst>
          </p:cNvPr>
          <p:cNvCxnSpPr>
            <a:cxnSpLocks/>
          </p:cNvCxnSpPr>
          <p:nvPr/>
        </p:nvCxnSpPr>
        <p:spPr>
          <a:xfrm>
            <a:off x="2707439" y="5735299"/>
            <a:ext cx="1100138" cy="0"/>
          </a:xfrm>
          <a:prstGeom prst="straightConnector1">
            <a:avLst/>
          </a:prstGeom>
          <a:ln w="44450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C765CB40-D60D-6D64-3476-9B07FDDCBB3B}"/>
              </a:ext>
            </a:extLst>
          </p:cNvPr>
          <p:cNvCxnSpPr>
            <a:cxnSpLocks/>
          </p:cNvCxnSpPr>
          <p:nvPr/>
        </p:nvCxnSpPr>
        <p:spPr>
          <a:xfrm flipV="1">
            <a:off x="2712202" y="3180047"/>
            <a:ext cx="0" cy="2555252"/>
          </a:xfrm>
          <a:prstGeom prst="straightConnector1">
            <a:avLst/>
          </a:prstGeom>
          <a:ln w="44450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ED49DCDF-428F-EF87-245A-CDB7E9EBF126}"/>
              </a:ext>
            </a:extLst>
          </p:cNvPr>
          <p:cNvSpPr/>
          <p:nvPr/>
        </p:nvSpPr>
        <p:spPr>
          <a:xfrm>
            <a:off x="2941311" y="4235825"/>
            <a:ext cx="1915065" cy="4658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Uniquely addressed?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5CF320CF-B7B5-4BA6-F593-93328D1BD68E}"/>
              </a:ext>
            </a:extLst>
          </p:cNvPr>
          <p:cNvSpPr/>
          <p:nvPr/>
        </p:nvSpPr>
        <p:spPr>
          <a:xfrm>
            <a:off x="2941310" y="4996627"/>
            <a:ext cx="1915065" cy="4658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List of papers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3C0F3E15-9AD3-4BC2-66A9-AD710D1E338B}"/>
              </a:ext>
            </a:extLst>
          </p:cNvPr>
          <p:cNvSpPr/>
          <p:nvPr/>
        </p:nvSpPr>
        <p:spPr>
          <a:xfrm>
            <a:off x="5398687" y="4962122"/>
            <a:ext cx="1915065" cy="4658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Already processed?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CF4B43F7-9C84-CBC0-FABA-1A6331116C24}"/>
              </a:ext>
            </a:extLst>
          </p:cNvPr>
          <p:cNvSpPr/>
          <p:nvPr/>
        </p:nvSpPr>
        <p:spPr>
          <a:xfrm>
            <a:off x="5388158" y="5661851"/>
            <a:ext cx="1915065" cy="4658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Paper Data</a:t>
            </a: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0D9B6E8B-FFC3-7B61-F1AD-50C4D6B97F15}"/>
              </a:ext>
            </a:extLst>
          </p:cNvPr>
          <p:cNvSpPr/>
          <p:nvPr/>
        </p:nvSpPr>
        <p:spPr>
          <a:xfrm>
            <a:off x="421670" y="4150438"/>
            <a:ext cx="1915065" cy="4658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List of Authors</a:t>
            </a:r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DF0D873E-EE37-B141-E7D0-19656FD8B64F}"/>
              </a:ext>
            </a:extLst>
          </p:cNvPr>
          <p:cNvSpPr/>
          <p:nvPr/>
        </p:nvSpPr>
        <p:spPr>
          <a:xfrm>
            <a:off x="7876079" y="5658376"/>
            <a:ext cx="1915065" cy="4658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References</a:t>
            </a:r>
          </a:p>
          <a:p>
            <a:pPr algn="ctr"/>
            <a:r>
              <a:rPr lang="it-IT" sz="1600" dirty="0"/>
              <a:t>Data</a:t>
            </a:r>
          </a:p>
        </p:txBody>
      </p: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86FAC35A-E255-2BB5-9083-E9DECC65D601}"/>
              </a:ext>
            </a:extLst>
          </p:cNvPr>
          <p:cNvCxnSpPr>
            <a:cxnSpLocks/>
          </p:cNvCxnSpPr>
          <p:nvPr/>
        </p:nvCxnSpPr>
        <p:spPr>
          <a:xfrm>
            <a:off x="6211368" y="6124202"/>
            <a:ext cx="0" cy="266875"/>
          </a:xfrm>
          <a:prstGeom prst="straightConnector1">
            <a:avLst/>
          </a:prstGeom>
          <a:ln w="44450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B7423A40-4933-F25F-F946-98DD7A3B09B7}"/>
              </a:ext>
            </a:extLst>
          </p:cNvPr>
          <p:cNvCxnSpPr>
            <a:cxnSpLocks/>
          </p:cNvCxnSpPr>
          <p:nvPr/>
        </p:nvCxnSpPr>
        <p:spPr>
          <a:xfrm>
            <a:off x="5230540" y="6391077"/>
            <a:ext cx="980828" cy="0"/>
          </a:xfrm>
          <a:prstGeom prst="straightConnector1">
            <a:avLst/>
          </a:prstGeom>
          <a:ln w="44450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16C461DD-CD65-00B4-7E93-0EDF316F12CC}"/>
              </a:ext>
            </a:extLst>
          </p:cNvPr>
          <p:cNvCxnSpPr>
            <a:cxnSpLocks/>
          </p:cNvCxnSpPr>
          <p:nvPr/>
        </p:nvCxnSpPr>
        <p:spPr>
          <a:xfrm flipV="1">
            <a:off x="5230540" y="4685234"/>
            <a:ext cx="0" cy="1705843"/>
          </a:xfrm>
          <a:prstGeom prst="straightConnector1">
            <a:avLst/>
          </a:prstGeom>
          <a:ln w="44450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9D691017-9719-EB1B-C67E-B0134DC428A1}"/>
              </a:ext>
            </a:extLst>
          </p:cNvPr>
          <p:cNvCxnSpPr>
            <a:cxnSpLocks/>
          </p:cNvCxnSpPr>
          <p:nvPr/>
        </p:nvCxnSpPr>
        <p:spPr>
          <a:xfrm>
            <a:off x="8730649" y="6124202"/>
            <a:ext cx="0" cy="233537"/>
          </a:xfrm>
          <a:prstGeom prst="straightConnector1">
            <a:avLst/>
          </a:prstGeom>
          <a:ln w="44450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0E8AAC0A-22A2-B100-512C-1998A5361324}"/>
              </a:ext>
            </a:extLst>
          </p:cNvPr>
          <p:cNvCxnSpPr>
            <a:cxnSpLocks/>
          </p:cNvCxnSpPr>
          <p:nvPr/>
        </p:nvCxnSpPr>
        <p:spPr>
          <a:xfrm>
            <a:off x="7674692" y="6357739"/>
            <a:ext cx="1061679" cy="0"/>
          </a:xfrm>
          <a:prstGeom prst="straightConnector1">
            <a:avLst/>
          </a:prstGeom>
          <a:ln w="44450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19117096-7DD5-317A-93AB-6BE48FBFD50B}"/>
              </a:ext>
            </a:extLst>
          </p:cNvPr>
          <p:cNvCxnSpPr>
            <a:cxnSpLocks/>
          </p:cNvCxnSpPr>
          <p:nvPr/>
        </p:nvCxnSpPr>
        <p:spPr>
          <a:xfrm flipV="1">
            <a:off x="7674692" y="5371425"/>
            <a:ext cx="0" cy="986314"/>
          </a:xfrm>
          <a:prstGeom prst="straightConnector1">
            <a:avLst/>
          </a:prstGeom>
          <a:ln w="44450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0BABD858-60A4-137A-2020-F2ACFE8AC9B5}"/>
              </a:ext>
            </a:extLst>
          </p:cNvPr>
          <p:cNvCxnSpPr>
            <a:cxnSpLocks/>
          </p:cNvCxnSpPr>
          <p:nvPr/>
        </p:nvCxnSpPr>
        <p:spPr>
          <a:xfrm>
            <a:off x="2707439" y="3180047"/>
            <a:ext cx="1090374" cy="0"/>
          </a:xfrm>
          <a:prstGeom prst="straightConnector1">
            <a:avLst/>
          </a:prstGeom>
          <a:ln w="44450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403DEB85-C4EF-6FFA-9422-413E9415164C}"/>
              </a:ext>
            </a:extLst>
          </p:cNvPr>
          <p:cNvCxnSpPr>
            <a:cxnSpLocks/>
          </p:cNvCxnSpPr>
          <p:nvPr/>
        </p:nvCxnSpPr>
        <p:spPr>
          <a:xfrm>
            <a:off x="6301202" y="4685234"/>
            <a:ext cx="0" cy="272572"/>
          </a:xfrm>
          <a:prstGeom prst="straightConnector1">
            <a:avLst/>
          </a:prstGeom>
          <a:ln w="4445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C8C2B471-0D6E-EE66-4EBC-93AFDB37292B}"/>
              </a:ext>
            </a:extLst>
          </p:cNvPr>
          <p:cNvCxnSpPr>
            <a:cxnSpLocks/>
          </p:cNvCxnSpPr>
          <p:nvPr/>
        </p:nvCxnSpPr>
        <p:spPr>
          <a:xfrm>
            <a:off x="5217315" y="4685234"/>
            <a:ext cx="1100138" cy="0"/>
          </a:xfrm>
          <a:prstGeom prst="straightConnector1">
            <a:avLst/>
          </a:prstGeom>
          <a:ln w="44450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648510E7-48F4-3518-9A6B-26C4304C3E85}"/>
              </a:ext>
            </a:extLst>
          </p:cNvPr>
          <p:cNvCxnSpPr>
            <a:cxnSpLocks/>
          </p:cNvCxnSpPr>
          <p:nvPr/>
        </p:nvCxnSpPr>
        <p:spPr>
          <a:xfrm>
            <a:off x="8730649" y="5377326"/>
            <a:ext cx="0" cy="281050"/>
          </a:xfrm>
          <a:prstGeom prst="straightConnector1">
            <a:avLst/>
          </a:prstGeom>
          <a:ln w="4445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B2298645-25B1-B3C8-0F98-82AD106D6355}"/>
              </a:ext>
            </a:extLst>
          </p:cNvPr>
          <p:cNvCxnSpPr>
            <a:cxnSpLocks/>
          </p:cNvCxnSpPr>
          <p:nvPr/>
        </p:nvCxnSpPr>
        <p:spPr>
          <a:xfrm>
            <a:off x="7655462" y="5377326"/>
            <a:ext cx="1100138" cy="0"/>
          </a:xfrm>
          <a:prstGeom prst="straightConnector1">
            <a:avLst/>
          </a:prstGeom>
          <a:ln w="44450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9A858C61-F886-9D2D-AEE6-6AD967E72608}"/>
              </a:ext>
            </a:extLst>
          </p:cNvPr>
          <p:cNvCxnSpPr>
            <a:cxnSpLocks/>
          </p:cNvCxnSpPr>
          <p:nvPr/>
        </p:nvCxnSpPr>
        <p:spPr>
          <a:xfrm>
            <a:off x="4856375" y="5229540"/>
            <a:ext cx="360940" cy="0"/>
          </a:xfrm>
          <a:prstGeom prst="straightConnector1">
            <a:avLst/>
          </a:prstGeom>
          <a:ln w="4445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2 47">
            <a:extLst>
              <a:ext uri="{FF2B5EF4-FFF2-40B4-BE49-F238E27FC236}">
                <a16:creationId xmlns:a16="http://schemas.microsoft.com/office/drawing/2014/main" id="{7D53D533-7362-A084-3FA3-D379F7C42796}"/>
              </a:ext>
            </a:extLst>
          </p:cNvPr>
          <p:cNvCxnSpPr>
            <a:cxnSpLocks/>
          </p:cNvCxnSpPr>
          <p:nvPr/>
        </p:nvCxnSpPr>
        <p:spPr>
          <a:xfrm>
            <a:off x="7313752" y="5894764"/>
            <a:ext cx="360940" cy="0"/>
          </a:xfrm>
          <a:prstGeom prst="straightConnector1">
            <a:avLst/>
          </a:prstGeom>
          <a:ln w="4445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04C49844-D82C-DA11-FFBD-43861B0C206E}"/>
              </a:ext>
            </a:extLst>
          </p:cNvPr>
          <p:cNvCxnSpPr>
            <a:cxnSpLocks/>
          </p:cNvCxnSpPr>
          <p:nvPr/>
        </p:nvCxnSpPr>
        <p:spPr>
          <a:xfrm>
            <a:off x="2336735" y="4383351"/>
            <a:ext cx="360940" cy="0"/>
          </a:xfrm>
          <a:prstGeom prst="straightConnector1">
            <a:avLst/>
          </a:prstGeom>
          <a:ln w="4445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CD64030A-470A-CD73-22A5-C254F76A9EEF}"/>
              </a:ext>
            </a:extLst>
          </p:cNvPr>
          <p:cNvCxnSpPr>
            <a:cxnSpLocks/>
          </p:cNvCxnSpPr>
          <p:nvPr/>
        </p:nvCxnSpPr>
        <p:spPr>
          <a:xfrm>
            <a:off x="3812340" y="4701650"/>
            <a:ext cx="0" cy="294977"/>
          </a:xfrm>
          <a:prstGeom prst="straightConnector1">
            <a:avLst/>
          </a:prstGeom>
          <a:ln w="4445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ttore 2 57">
            <a:extLst>
              <a:ext uri="{FF2B5EF4-FFF2-40B4-BE49-F238E27FC236}">
                <a16:creationId xmlns:a16="http://schemas.microsoft.com/office/drawing/2014/main" id="{FD3BAAB2-3BDF-88AF-9DB7-485E5B49B9D0}"/>
              </a:ext>
            </a:extLst>
          </p:cNvPr>
          <p:cNvCxnSpPr>
            <a:cxnSpLocks/>
          </p:cNvCxnSpPr>
          <p:nvPr/>
        </p:nvCxnSpPr>
        <p:spPr>
          <a:xfrm>
            <a:off x="3797813" y="3940849"/>
            <a:ext cx="0" cy="294977"/>
          </a:xfrm>
          <a:prstGeom prst="straightConnector1">
            <a:avLst/>
          </a:prstGeom>
          <a:ln w="4445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aborazione 3">
            <a:extLst>
              <a:ext uri="{FF2B5EF4-FFF2-40B4-BE49-F238E27FC236}">
                <a16:creationId xmlns:a16="http://schemas.microsoft.com/office/drawing/2014/main" id="{C59892EB-A718-D1E3-E12A-358E36A5D3C0}"/>
              </a:ext>
            </a:extLst>
          </p:cNvPr>
          <p:cNvSpPr/>
          <p:nvPr/>
        </p:nvSpPr>
        <p:spPr>
          <a:xfrm>
            <a:off x="3216224" y="808376"/>
            <a:ext cx="1915065" cy="1301292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Freccia a destra 5">
            <a:extLst>
              <a:ext uri="{FF2B5EF4-FFF2-40B4-BE49-F238E27FC236}">
                <a16:creationId xmlns:a16="http://schemas.microsoft.com/office/drawing/2014/main" id="{256F7897-F87B-86D7-8AB7-B774EAC35FF2}"/>
              </a:ext>
            </a:extLst>
          </p:cNvPr>
          <p:cNvSpPr/>
          <p:nvPr/>
        </p:nvSpPr>
        <p:spPr>
          <a:xfrm>
            <a:off x="1909335" y="1335184"/>
            <a:ext cx="1306889" cy="2831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8100E4CF-DA72-D654-06A4-9D44A0590C8D}"/>
              </a:ext>
            </a:extLst>
          </p:cNvPr>
          <p:cNvSpPr/>
          <p:nvPr/>
        </p:nvSpPr>
        <p:spPr>
          <a:xfrm>
            <a:off x="2012678" y="869358"/>
            <a:ext cx="1019749" cy="465826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List of Authors</a:t>
            </a:r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121F3635-B7B7-9EAC-6F4F-A68F27A5A84B}"/>
              </a:ext>
            </a:extLst>
          </p:cNvPr>
          <p:cNvSpPr/>
          <p:nvPr/>
        </p:nvSpPr>
        <p:spPr>
          <a:xfrm>
            <a:off x="5142873" y="1335184"/>
            <a:ext cx="1306889" cy="2831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5CDDD86D-9E85-EDD2-8948-E6B836FEFE8D}"/>
              </a:ext>
            </a:extLst>
          </p:cNvPr>
          <p:cNvSpPr/>
          <p:nvPr/>
        </p:nvSpPr>
        <p:spPr>
          <a:xfrm>
            <a:off x="5246216" y="644304"/>
            <a:ext cx="1019749" cy="690880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List of </a:t>
            </a:r>
            <a:r>
              <a:rPr lang="it-IT" sz="1600" dirty="0" err="1"/>
              <a:t>Author’s</a:t>
            </a:r>
            <a:r>
              <a:rPr lang="it-IT" sz="1600" dirty="0"/>
              <a:t> Papers</a:t>
            </a:r>
          </a:p>
        </p:txBody>
      </p:sp>
      <p:sp>
        <p:nvSpPr>
          <p:cNvPr id="13" name="Elaborazione 12">
            <a:extLst>
              <a:ext uri="{FF2B5EF4-FFF2-40B4-BE49-F238E27FC236}">
                <a16:creationId xmlns:a16="http://schemas.microsoft.com/office/drawing/2014/main" id="{F55F99BE-6C56-8BF3-778F-CB7DF607771A}"/>
              </a:ext>
            </a:extLst>
          </p:cNvPr>
          <p:cNvSpPr/>
          <p:nvPr/>
        </p:nvSpPr>
        <p:spPr>
          <a:xfrm>
            <a:off x="6461346" y="796704"/>
            <a:ext cx="1915065" cy="1301292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Freccia a destra 13">
            <a:extLst>
              <a:ext uri="{FF2B5EF4-FFF2-40B4-BE49-F238E27FC236}">
                <a16:creationId xmlns:a16="http://schemas.microsoft.com/office/drawing/2014/main" id="{2217074E-F805-8075-4953-C9B63E3C1092}"/>
              </a:ext>
            </a:extLst>
          </p:cNvPr>
          <p:cNvSpPr/>
          <p:nvPr/>
        </p:nvSpPr>
        <p:spPr>
          <a:xfrm>
            <a:off x="8387995" y="1323512"/>
            <a:ext cx="1306889" cy="2831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AE3DFAD5-5AFC-889A-8E2E-19CD488E2074}"/>
              </a:ext>
            </a:extLst>
          </p:cNvPr>
          <p:cNvSpPr/>
          <p:nvPr/>
        </p:nvSpPr>
        <p:spPr>
          <a:xfrm>
            <a:off x="8479754" y="756831"/>
            <a:ext cx="1299806" cy="465826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Papers </a:t>
            </a:r>
            <a:r>
              <a:rPr lang="it-IT" sz="1600" dirty="0" err="1"/>
              <a:t>References</a:t>
            </a:r>
            <a:r>
              <a:rPr lang="it-IT" sz="1600" dirty="0"/>
              <a:t> </a:t>
            </a:r>
          </a:p>
          <a:p>
            <a:pPr algn="ctr"/>
            <a:r>
              <a:rPr lang="it-IT" sz="1600" dirty="0"/>
              <a:t>data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10607AE7-4828-C491-5549-4C97ED659C2F}"/>
              </a:ext>
            </a:extLst>
          </p:cNvPr>
          <p:cNvSpPr/>
          <p:nvPr/>
        </p:nvSpPr>
        <p:spPr>
          <a:xfrm>
            <a:off x="3328421" y="927793"/>
            <a:ext cx="1306890" cy="4658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 dirty="0"/>
              <a:t>Already processed?</a:t>
            </a: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07B52863-5E19-4DAF-017A-D13C21E5AEAF}"/>
              </a:ext>
            </a:extLst>
          </p:cNvPr>
          <p:cNvSpPr/>
          <p:nvPr/>
        </p:nvSpPr>
        <p:spPr>
          <a:xfrm>
            <a:off x="3659682" y="1538302"/>
            <a:ext cx="1306890" cy="4658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 dirty="0"/>
              <a:t>Uniquely addressed?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1EF5ACFD-0508-5499-C18C-84AAA0F9F5B9}"/>
              </a:ext>
            </a:extLst>
          </p:cNvPr>
          <p:cNvSpPr/>
          <p:nvPr/>
        </p:nvSpPr>
        <p:spPr>
          <a:xfrm>
            <a:off x="6564689" y="927793"/>
            <a:ext cx="1306890" cy="4658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 dirty="0"/>
              <a:t>Already processed?</a:t>
            </a:r>
          </a:p>
        </p:txBody>
      </p:sp>
      <p:sp>
        <p:nvSpPr>
          <p:cNvPr id="25" name="Elaborazione 24">
            <a:extLst>
              <a:ext uri="{FF2B5EF4-FFF2-40B4-BE49-F238E27FC236}">
                <a16:creationId xmlns:a16="http://schemas.microsoft.com/office/drawing/2014/main" id="{CDED53AE-B6CB-F94B-0F36-AA3A6F5BF3B9}"/>
              </a:ext>
            </a:extLst>
          </p:cNvPr>
          <p:cNvSpPr/>
          <p:nvPr/>
        </p:nvSpPr>
        <p:spPr>
          <a:xfrm>
            <a:off x="3216224" y="129633"/>
            <a:ext cx="1915065" cy="69088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Author processing</a:t>
            </a:r>
          </a:p>
        </p:txBody>
      </p:sp>
      <p:sp>
        <p:nvSpPr>
          <p:cNvPr id="26" name="Elaborazione 25">
            <a:extLst>
              <a:ext uri="{FF2B5EF4-FFF2-40B4-BE49-F238E27FC236}">
                <a16:creationId xmlns:a16="http://schemas.microsoft.com/office/drawing/2014/main" id="{9384343D-77D3-0072-F0EB-3AAF4A6B823B}"/>
              </a:ext>
            </a:extLst>
          </p:cNvPr>
          <p:cNvSpPr/>
          <p:nvPr/>
        </p:nvSpPr>
        <p:spPr>
          <a:xfrm>
            <a:off x="6461346" y="117961"/>
            <a:ext cx="1915065" cy="69088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Paper </a:t>
            </a:r>
            <a:br>
              <a:rPr lang="it-IT" dirty="0">
                <a:solidFill>
                  <a:schemeClr val="bg1"/>
                </a:solidFill>
              </a:rPr>
            </a:br>
            <a:r>
              <a:rPr lang="it-IT" dirty="0">
                <a:solidFill>
                  <a:schemeClr val="bg1"/>
                </a:solidFill>
              </a:rPr>
              <a:t>processing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5AAA4AD1-C4BE-E9D1-BAB7-0F83474ED193}"/>
              </a:ext>
            </a:extLst>
          </p:cNvPr>
          <p:cNvSpPr/>
          <p:nvPr/>
        </p:nvSpPr>
        <p:spPr>
          <a:xfrm>
            <a:off x="2941311" y="3475024"/>
            <a:ext cx="1915065" cy="4658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Already processed?</a:t>
            </a:r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1F0A2B7A-3540-9E7E-7A9D-759A28FB34E1}"/>
              </a:ext>
            </a:extLst>
          </p:cNvPr>
          <p:cNvSpPr/>
          <p:nvPr/>
        </p:nvSpPr>
        <p:spPr>
          <a:xfrm>
            <a:off x="2941310" y="4235826"/>
            <a:ext cx="1915065" cy="4658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Uniquely addressed?</a:t>
            </a:r>
          </a:p>
        </p:txBody>
      </p:sp>
    </p:spTree>
    <p:extLst>
      <p:ext uri="{BB962C8B-B14F-4D97-AF65-F5344CB8AC3E}">
        <p14:creationId xmlns:p14="http://schemas.microsoft.com/office/powerpoint/2010/main" val="314966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49D27111-02F2-555E-34DD-BEB341449B0F}"/>
              </a:ext>
            </a:extLst>
          </p:cNvPr>
          <p:cNvCxnSpPr>
            <a:cxnSpLocks/>
          </p:cNvCxnSpPr>
          <p:nvPr/>
        </p:nvCxnSpPr>
        <p:spPr>
          <a:xfrm>
            <a:off x="4735809" y="5162876"/>
            <a:ext cx="0" cy="282515"/>
          </a:xfrm>
          <a:prstGeom prst="straightConnector1">
            <a:avLst/>
          </a:prstGeom>
          <a:ln w="44450"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9FDBF101-0E4D-95B1-D470-200BCABC96E5}"/>
              </a:ext>
            </a:extLst>
          </p:cNvPr>
          <p:cNvCxnSpPr>
            <a:cxnSpLocks/>
          </p:cNvCxnSpPr>
          <p:nvPr/>
        </p:nvCxnSpPr>
        <p:spPr>
          <a:xfrm>
            <a:off x="4731750" y="2890139"/>
            <a:ext cx="0" cy="297496"/>
          </a:xfrm>
          <a:prstGeom prst="straightConnector1">
            <a:avLst/>
          </a:prstGeom>
          <a:ln w="44450">
            <a:prstDash val="sysDot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CC5DB0C6-7A2E-6D30-64D2-CC5596950568}"/>
              </a:ext>
            </a:extLst>
          </p:cNvPr>
          <p:cNvCxnSpPr>
            <a:cxnSpLocks/>
          </p:cNvCxnSpPr>
          <p:nvPr/>
        </p:nvCxnSpPr>
        <p:spPr>
          <a:xfrm>
            <a:off x="3376121" y="5445391"/>
            <a:ext cx="1381644" cy="0"/>
          </a:xfrm>
          <a:prstGeom prst="straightConnector1">
            <a:avLst/>
          </a:prstGeom>
          <a:ln w="44450"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C765CB40-D60D-6D64-3476-9B07FDDCBB3B}"/>
              </a:ext>
            </a:extLst>
          </p:cNvPr>
          <p:cNvCxnSpPr>
            <a:cxnSpLocks/>
          </p:cNvCxnSpPr>
          <p:nvPr/>
        </p:nvCxnSpPr>
        <p:spPr>
          <a:xfrm flipV="1">
            <a:off x="3355284" y="2890139"/>
            <a:ext cx="20837" cy="2555252"/>
          </a:xfrm>
          <a:prstGeom prst="straightConnector1">
            <a:avLst/>
          </a:prstGeom>
          <a:ln w="44450"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ED49DCDF-428F-EF87-245A-CDB7E9EBF126}"/>
              </a:ext>
            </a:extLst>
          </p:cNvPr>
          <p:cNvSpPr/>
          <p:nvPr/>
        </p:nvSpPr>
        <p:spPr>
          <a:xfrm>
            <a:off x="3891499" y="3945917"/>
            <a:ext cx="1915065" cy="465826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Uniquely addressed?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5CF320CF-B7B5-4BA6-F593-93328D1BD68E}"/>
              </a:ext>
            </a:extLst>
          </p:cNvPr>
          <p:cNvSpPr/>
          <p:nvPr/>
        </p:nvSpPr>
        <p:spPr>
          <a:xfrm>
            <a:off x="3769578" y="4706719"/>
            <a:ext cx="1915065" cy="4658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List of papers</a:t>
            </a:r>
          </a:p>
        </p:txBody>
      </p:sp>
      <p:sp>
        <p:nvSpPr>
          <p:cNvPr id="20" name="Esagono 19">
            <a:extLst>
              <a:ext uri="{FF2B5EF4-FFF2-40B4-BE49-F238E27FC236}">
                <a16:creationId xmlns:a16="http://schemas.microsoft.com/office/drawing/2014/main" id="{3C0F3E15-9AD3-4BC2-66A9-AD710D1E338B}"/>
              </a:ext>
            </a:extLst>
          </p:cNvPr>
          <p:cNvSpPr/>
          <p:nvPr/>
        </p:nvSpPr>
        <p:spPr>
          <a:xfrm>
            <a:off x="6318226" y="3969663"/>
            <a:ext cx="1915065" cy="545163"/>
          </a:xfrm>
          <a:prstGeom prst="hexagon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Already processed?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CF4B43F7-9C84-CBC0-FABA-1A6331116C24}"/>
              </a:ext>
            </a:extLst>
          </p:cNvPr>
          <p:cNvSpPr/>
          <p:nvPr/>
        </p:nvSpPr>
        <p:spPr>
          <a:xfrm>
            <a:off x="6823838" y="4730467"/>
            <a:ext cx="962146" cy="4658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Paper Data</a:t>
            </a: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0D9B6E8B-FFC3-7B61-F1AD-50C4D6B97F15}"/>
              </a:ext>
            </a:extLst>
          </p:cNvPr>
          <p:cNvSpPr/>
          <p:nvPr/>
        </p:nvSpPr>
        <p:spPr>
          <a:xfrm>
            <a:off x="1833314" y="3810000"/>
            <a:ext cx="1161030" cy="7048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List of Authors</a:t>
            </a:r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DF0D873E-EE37-B141-E7D0-19656FD8B64F}"/>
              </a:ext>
            </a:extLst>
          </p:cNvPr>
          <p:cNvSpPr/>
          <p:nvPr/>
        </p:nvSpPr>
        <p:spPr>
          <a:xfrm>
            <a:off x="8491924" y="4733607"/>
            <a:ext cx="1299807" cy="4658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References</a:t>
            </a:r>
          </a:p>
          <a:p>
            <a:pPr algn="ctr"/>
            <a:r>
              <a:rPr lang="it-IT" sz="1600" dirty="0"/>
              <a:t>Data</a:t>
            </a:r>
          </a:p>
        </p:txBody>
      </p: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86FAC35A-E255-2BB5-9083-E9DECC65D601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7304911" y="5196293"/>
            <a:ext cx="0" cy="259026"/>
          </a:xfrm>
          <a:prstGeom prst="straightConnector1">
            <a:avLst/>
          </a:prstGeom>
          <a:ln w="44450"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B7423A40-4933-F25F-F946-98DD7A3B09B7}"/>
              </a:ext>
            </a:extLst>
          </p:cNvPr>
          <p:cNvCxnSpPr>
            <a:cxnSpLocks/>
          </p:cNvCxnSpPr>
          <p:nvPr/>
        </p:nvCxnSpPr>
        <p:spPr>
          <a:xfrm>
            <a:off x="6180728" y="5455319"/>
            <a:ext cx="1086913" cy="0"/>
          </a:xfrm>
          <a:prstGeom prst="straightConnector1">
            <a:avLst/>
          </a:prstGeom>
          <a:ln w="44450"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16C461DD-CD65-00B4-7E93-0EDF316F12CC}"/>
              </a:ext>
            </a:extLst>
          </p:cNvPr>
          <p:cNvCxnSpPr>
            <a:cxnSpLocks/>
          </p:cNvCxnSpPr>
          <p:nvPr/>
        </p:nvCxnSpPr>
        <p:spPr>
          <a:xfrm flipV="1">
            <a:off x="6167503" y="3705336"/>
            <a:ext cx="8118" cy="1749983"/>
          </a:xfrm>
          <a:prstGeom prst="straightConnector1">
            <a:avLst/>
          </a:prstGeom>
          <a:ln w="44450"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0BABD858-60A4-137A-2020-F2ACFE8AC9B5}"/>
              </a:ext>
            </a:extLst>
          </p:cNvPr>
          <p:cNvCxnSpPr>
            <a:cxnSpLocks/>
          </p:cNvCxnSpPr>
          <p:nvPr/>
        </p:nvCxnSpPr>
        <p:spPr>
          <a:xfrm>
            <a:off x="3376121" y="2890139"/>
            <a:ext cx="1371880" cy="0"/>
          </a:xfrm>
          <a:prstGeom prst="straightConnector1">
            <a:avLst/>
          </a:prstGeom>
          <a:ln w="44450"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403DEB85-C4EF-6FFA-9422-413E9415164C}"/>
              </a:ext>
            </a:extLst>
          </p:cNvPr>
          <p:cNvCxnSpPr>
            <a:cxnSpLocks/>
          </p:cNvCxnSpPr>
          <p:nvPr/>
        </p:nvCxnSpPr>
        <p:spPr>
          <a:xfrm>
            <a:off x="7259508" y="3705336"/>
            <a:ext cx="0" cy="272572"/>
          </a:xfrm>
          <a:prstGeom prst="straightConnector1">
            <a:avLst/>
          </a:prstGeom>
          <a:ln w="44450">
            <a:prstDash val="sysDot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C8C2B471-0D6E-EE66-4EBC-93AFDB37292B}"/>
              </a:ext>
            </a:extLst>
          </p:cNvPr>
          <p:cNvCxnSpPr>
            <a:cxnSpLocks/>
          </p:cNvCxnSpPr>
          <p:nvPr/>
        </p:nvCxnSpPr>
        <p:spPr>
          <a:xfrm>
            <a:off x="6167503" y="3705336"/>
            <a:ext cx="1100138" cy="0"/>
          </a:xfrm>
          <a:prstGeom prst="straightConnector1">
            <a:avLst/>
          </a:prstGeom>
          <a:ln w="44450"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9A858C61-F886-9D2D-AEE6-6AD967E72608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5684643" y="4939632"/>
            <a:ext cx="482860" cy="0"/>
          </a:xfrm>
          <a:prstGeom prst="straightConnector1">
            <a:avLst/>
          </a:prstGeom>
          <a:ln w="44450">
            <a:solidFill>
              <a:srgbClr val="FF0000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2 47">
            <a:extLst>
              <a:ext uri="{FF2B5EF4-FFF2-40B4-BE49-F238E27FC236}">
                <a16:creationId xmlns:a16="http://schemas.microsoft.com/office/drawing/2014/main" id="{7D53D533-7362-A084-3FA3-D379F7C42796}"/>
              </a:ext>
            </a:extLst>
          </p:cNvPr>
          <p:cNvCxnSpPr>
            <a:cxnSpLocks/>
          </p:cNvCxnSpPr>
          <p:nvPr/>
        </p:nvCxnSpPr>
        <p:spPr>
          <a:xfrm>
            <a:off x="7785984" y="4966520"/>
            <a:ext cx="701888" cy="0"/>
          </a:xfrm>
          <a:prstGeom prst="straightConnector1">
            <a:avLst/>
          </a:prstGeom>
          <a:ln w="44450">
            <a:solidFill>
              <a:srgbClr val="FF0000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04C49844-D82C-DA11-FFBD-43861B0C206E}"/>
              </a:ext>
            </a:extLst>
          </p:cNvPr>
          <p:cNvCxnSpPr>
            <a:cxnSpLocks/>
          </p:cNvCxnSpPr>
          <p:nvPr/>
        </p:nvCxnSpPr>
        <p:spPr>
          <a:xfrm>
            <a:off x="2994344" y="4162413"/>
            <a:ext cx="360940" cy="0"/>
          </a:xfrm>
          <a:prstGeom prst="straightConnector1">
            <a:avLst/>
          </a:prstGeom>
          <a:ln w="44450">
            <a:solidFill>
              <a:srgbClr val="FF0000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CD64030A-470A-CD73-22A5-C254F76A9EEF}"/>
              </a:ext>
            </a:extLst>
          </p:cNvPr>
          <p:cNvCxnSpPr>
            <a:cxnSpLocks/>
          </p:cNvCxnSpPr>
          <p:nvPr/>
        </p:nvCxnSpPr>
        <p:spPr>
          <a:xfrm>
            <a:off x="4762528" y="4411742"/>
            <a:ext cx="0" cy="294977"/>
          </a:xfrm>
          <a:prstGeom prst="straightConnector1">
            <a:avLst/>
          </a:prstGeom>
          <a:ln w="44450">
            <a:prstDash val="sysDot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ttore 2 57">
            <a:extLst>
              <a:ext uri="{FF2B5EF4-FFF2-40B4-BE49-F238E27FC236}">
                <a16:creationId xmlns:a16="http://schemas.microsoft.com/office/drawing/2014/main" id="{FD3BAAB2-3BDF-88AF-9DB7-485E5B49B9D0}"/>
              </a:ext>
            </a:extLst>
          </p:cNvPr>
          <p:cNvCxnSpPr>
            <a:cxnSpLocks/>
          </p:cNvCxnSpPr>
          <p:nvPr/>
        </p:nvCxnSpPr>
        <p:spPr>
          <a:xfrm>
            <a:off x="4731750" y="3695694"/>
            <a:ext cx="0" cy="228093"/>
          </a:xfrm>
          <a:prstGeom prst="straightConnector1">
            <a:avLst/>
          </a:prstGeom>
          <a:ln w="44450">
            <a:prstDash val="sysDot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aborazione 3">
            <a:extLst>
              <a:ext uri="{FF2B5EF4-FFF2-40B4-BE49-F238E27FC236}">
                <a16:creationId xmlns:a16="http://schemas.microsoft.com/office/drawing/2014/main" id="{C59892EB-A718-D1E3-E12A-358E36A5D3C0}"/>
              </a:ext>
            </a:extLst>
          </p:cNvPr>
          <p:cNvSpPr/>
          <p:nvPr/>
        </p:nvSpPr>
        <p:spPr>
          <a:xfrm>
            <a:off x="3216224" y="808376"/>
            <a:ext cx="1915065" cy="1301292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Freccia a destra 5">
            <a:extLst>
              <a:ext uri="{FF2B5EF4-FFF2-40B4-BE49-F238E27FC236}">
                <a16:creationId xmlns:a16="http://schemas.microsoft.com/office/drawing/2014/main" id="{256F7897-F87B-86D7-8AB7-B774EAC35FF2}"/>
              </a:ext>
            </a:extLst>
          </p:cNvPr>
          <p:cNvSpPr/>
          <p:nvPr/>
        </p:nvSpPr>
        <p:spPr>
          <a:xfrm>
            <a:off x="1909335" y="1335184"/>
            <a:ext cx="1306889" cy="2831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8100E4CF-DA72-D654-06A4-9D44A0590C8D}"/>
              </a:ext>
            </a:extLst>
          </p:cNvPr>
          <p:cNvSpPr/>
          <p:nvPr/>
        </p:nvSpPr>
        <p:spPr>
          <a:xfrm>
            <a:off x="2012678" y="869358"/>
            <a:ext cx="1019749" cy="465826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List of Authors</a:t>
            </a:r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121F3635-B7B7-9EAC-6F4F-A68F27A5A84B}"/>
              </a:ext>
            </a:extLst>
          </p:cNvPr>
          <p:cNvSpPr/>
          <p:nvPr/>
        </p:nvSpPr>
        <p:spPr>
          <a:xfrm>
            <a:off x="5142873" y="1335184"/>
            <a:ext cx="1306889" cy="2831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5CDDD86D-9E85-EDD2-8948-E6B836FEFE8D}"/>
              </a:ext>
            </a:extLst>
          </p:cNvPr>
          <p:cNvSpPr/>
          <p:nvPr/>
        </p:nvSpPr>
        <p:spPr>
          <a:xfrm>
            <a:off x="5246216" y="644304"/>
            <a:ext cx="1019749" cy="690880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List of </a:t>
            </a:r>
            <a:r>
              <a:rPr lang="it-IT" sz="1600" dirty="0" err="1"/>
              <a:t>Author’s</a:t>
            </a:r>
            <a:r>
              <a:rPr lang="it-IT" sz="1600" dirty="0"/>
              <a:t> Papers</a:t>
            </a:r>
          </a:p>
        </p:txBody>
      </p:sp>
      <p:sp>
        <p:nvSpPr>
          <p:cNvPr id="13" name="Elaborazione 12">
            <a:extLst>
              <a:ext uri="{FF2B5EF4-FFF2-40B4-BE49-F238E27FC236}">
                <a16:creationId xmlns:a16="http://schemas.microsoft.com/office/drawing/2014/main" id="{F55F99BE-6C56-8BF3-778F-CB7DF607771A}"/>
              </a:ext>
            </a:extLst>
          </p:cNvPr>
          <p:cNvSpPr/>
          <p:nvPr/>
        </p:nvSpPr>
        <p:spPr>
          <a:xfrm>
            <a:off x="6461346" y="796704"/>
            <a:ext cx="1915065" cy="1301292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Freccia a destra 13">
            <a:extLst>
              <a:ext uri="{FF2B5EF4-FFF2-40B4-BE49-F238E27FC236}">
                <a16:creationId xmlns:a16="http://schemas.microsoft.com/office/drawing/2014/main" id="{2217074E-F805-8075-4953-C9B63E3C1092}"/>
              </a:ext>
            </a:extLst>
          </p:cNvPr>
          <p:cNvSpPr/>
          <p:nvPr/>
        </p:nvSpPr>
        <p:spPr>
          <a:xfrm>
            <a:off x="8387995" y="1323512"/>
            <a:ext cx="1306889" cy="2831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AE3DFAD5-5AFC-889A-8E2E-19CD488E2074}"/>
              </a:ext>
            </a:extLst>
          </p:cNvPr>
          <p:cNvSpPr/>
          <p:nvPr/>
        </p:nvSpPr>
        <p:spPr>
          <a:xfrm>
            <a:off x="8479754" y="756831"/>
            <a:ext cx="1299806" cy="465826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Papers </a:t>
            </a:r>
            <a:r>
              <a:rPr lang="it-IT" sz="1600" dirty="0" err="1"/>
              <a:t>References</a:t>
            </a:r>
            <a:r>
              <a:rPr lang="it-IT" sz="1600" dirty="0"/>
              <a:t> </a:t>
            </a:r>
          </a:p>
          <a:p>
            <a:pPr algn="ctr"/>
            <a:r>
              <a:rPr lang="it-IT" sz="1600" dirty="0"/>
              <a:t>data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10607AE7-4828-C491-5549-4C97ED659C2F}"/>
              </a:ext>
            </a:extLst>
          </p:cNvPr>
          <p:cNvSpPr/>
          <p:nvPr/>
        </p:nvSpPr>
        <p:spPr>
          <a:xfrm>
            <a:off x="3328421" y="927793"/>
            <a:ext cx="1306890" cy="4658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 dirty="0"/>
              <a:t>Already processed?</a:t>
            </a: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07B52863-5E19-4DAF-017A-D13C21E5AEAF}"/>
              </a:ext>
            </a:extLst>
          </p:cNvPr>
          <p:cNvSpPr/>
          <p:nvPr/>
        </p:nvSpPr>
        <p:spPr>
          <a:xfrm>
            <a:off x="3659682" y="1538302"/>
            <a:ext cx="1306890" cy="4658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 dirty="0"/>
              <a:t>Uniquely addressed?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1EF5ACFD-0508-5499-C18C-84AAA0F9F5B9}"/>
              </a:ext>
            </a:extLst>
          </p:cNvPr>
          <p:cNvSpPr/>
          <p:nvPr/>
        </p:nvSpPr>
        <p:spPr>
          <a:xfrm>
            <a:off x="6564689" y="927793"/>
            <a:ext cx="1306890" cy="4658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 dirty="0"/>
              <a:t>Already processed?</a:t>
            </a:r>
          </a:p>
        </p:txBody>
      </p:sp>
      <p:sp>
        <p:nvSpPr>
          <p:cNvPr id="25" name="Elaborazione 24">
            <a:extLst>
              <a:ext uri="{FF2B5EF4-FFF2-40B4-BE49-F238E27FC236}">
                <a16:creationId xmlns:a16="http://schemas.microsoft.com/office/drawing/2014/main" id="{CDED53AE-B6CB-F94B-0F36-AA3A6F5BF3B9}"/>
              </a:ext>
            </a:extLst>
          </p:cNvPr>
          <p:cNvSpPr/>
          <p:nvPr/>
        </p:nvSpPr>
        <p:spPr>
          <a:xfrm>
            <a:off x="3216224" y="129633"/>
            <a:ext cx="1915065" cy="69088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Author processing</a:t>
            </a:r>
          </a:p>
        </p:txBody>
      </p:sp>
      <p:sp>
        <p:nvSpPr>
          <p:cNvPr id="26" name="Elaborazione 25">
            <a:extLst>
              <a:ext uri="{FF2B5EF4-FFF2-40B4-BE49-F238E27FC236}">
                <a16:creationId xmlns:a16="http://schemas.microsoft.com/office/drawing/2014/main" id="{9384343D-77D3-0072-F0EB-3AAF4A6B823B}"/>
              </a:ext>
            </a:extLst>
          </p:cNvPr>
          <p:cNvSpPr/>
          <p:nvPr/>
        </p:nvSpPr>
        <p:spPr>
          <a:xfrm>
            <a:off x="6461346" y="117961"/>
            <a:ext cx="1915065" cy="69088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Paper </a:t>
            </a:r>
            <a:br>
              <a:rPr lang="it-IT" dirty="0">
                <a:solidFill>
                  <a:schemeClr val="bg1"/>
                </a:solidFill>
              </a:rPr>
            </a:br>
            <a:r>
              <a:rPr lang="it-IT" dirty="0">
                <a:solidFill>
                  <a:schemeClr val="bg1"/>
                </a:solidFill>
              </a:rPr>
              <a:t>processing</a:t>
            </a:r>
          </a:p>
        </p:txBody>
      </p:sp>
      <p:sp>
        <p:nvSpPr>
          <p:cNvPr id="36" name="Esagono 35">
            <a:extLst>
              <a:ext uri="{FF2B5EF4-FFF2-40B4-BE49-F238E27FC236}">
                <a16:creationId xmlns:a16="http://schemas.microsoft.com/office/drawing/2014/main" id="{1F0A2B7A-3540-9E7E-7A9D-759A28FB34E1}"/>
              </a:ext>
            </a:extLst>
          </p:cNvPr>
          <p:cNvSpPr/>
          <p:nvPr/>
        </p:nvSpPr>
        <p:spPr>
          <a:xfrm>
            <a:off x="3769578" y="3890435"/>
            <a:ext cx="1915065" cy="521309"/>
          </a:xfrm>
          <a:prstGeom prst="hexagon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Uniquely addressed?</a:t>
            </a:r>
          </a:p>
        </p:txBody>
      </p:sp>
      <p:sp>
        <p:nvSpPr>
          <p:cNvPr id="38" name="Esagono 37">
            <a:extLst>
              <a:ext uri="{FF2B5EF4-FFF2-40B4-BE49-F238E27FC236}">
                <a16:creationId xmlns:a16="http://schemas.microsoft.com/office/drawing/2014/main" id="{F5287607-0874-324F-FDE6-CA1419947535}"/>
              </a:ext>
            </a:extLst>
          </p:cNvPr>
          <p:cNvSpPr/>
          <p:nvPr/>
        </p:nvSpPr>
        <p:spPr>
          <a:xfrm>
            <a:off x="3769577" y="3185115"/>
            <a:ext cx="1915065" cy="510579"/>
          </a:xfrm>
          <a:prstGeom prst="hexagon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Already processed?</a:t>
            </a:r>
          </a:p>
        </p:txBody>
      </p:sp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D39E5EBF-7010-1D8C-65FB-57F0A3AC5182}"/>
              </a:ext>
            </a:extLst>
          </p:cNvPr>
          <p:cNvCxnSpPr>
            <a:cxnSpLocks/>
          </p:cNvCxnSpPr>
          <p:nvPr/>
        </p:nvCxnSpPr>
        <p:spPr>
          <a:xfrm flipH="1">
            <a:off x="7267641" y="4514826"/>
            <a:ext cx="8118" cy="215641"/>
          </a:xfrm>
          <a:prstGeom prst="straightConnector1">
            <a:avLst/>
          </a:prstGeom>
          <a:ln w="44450">
            <a:prstDash val="sysDot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8504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147</Words>
  <Application>Microsoft Office PowerPoint</Application>
  <PresentationFormat>Widescreen</PresentationFormat>
  <Paragraphs>59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Paolo Castellini</dc:creator>
  <cp:lastModifiedBy>SCOCCO ALBERTO</cp:lastModifiedBy>
  <cp:revision>5</cp:revision>
  <dcterms:created xsi:type="dcterms:W3CDTF">2025-09-16T15:31:02Z</dcterms:created>
  <dcterms:modified xsi:type="dcterms:W3CDTF">2025-10-27T15:27:25Z</dcterms:modified>
</cp:coreProperties>
</file>